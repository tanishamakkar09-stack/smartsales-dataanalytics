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7E35-1940-9094-B0A0-34D9AA6EB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62B41-49AF-9963-ECE6-F329E5A96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682DD-1210-7EB1-FDC9-4EB32A27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6EF8-2791-41C7-BB9B-F79A1091A6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38B10-B6AE-2361-28E1-47D13F0DA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21B95-E482-5930-9A22-6E65EBB1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DC4C-AB7A-418A-B75C-8ECF6817F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41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4CFB3-C909-708C-4FD2-98B13645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D5CDB-8D23-F510-D81B-7949A831C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1C31D-EB06-E400-76E3-48EE25A73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6EF8-2791-41C7-BB9B-F79A1091A6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D8C9B-184A-811C-5B45-EF06A71EC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BB0E1-EBCA-FD44-C452-1FA0D92F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DC4C-AB7A-418A-B75C-8ECF6817F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9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EE28-4DB9-D902-917F-B0B9F878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0C22D-3FB0-4F2C-06BA-D9B8EFC6A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65A5-AEB3-2AAD-C518-08EEE24A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6EF8-2791-41C7-BB9B-F79A1091A6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E6870-BC55-BC50-B588-9C4449ED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4FC28-234F-6811-C3E3-A71CB847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DC4C-AB7A-418A-B75C-8ECF6817F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676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DFE0-08CA-D098-5219-A41FBD6EB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3E53A-FF73-43AD-2246-E5674DCDD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CBC90-FCE8-A4EC-524A-A73DA883E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EDDE6-8DF3-8D27-92F2-0ACB6EB5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6EF8-2791-41C7-BB9B-F79A1091A6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52EB6-FF79-40F0-8B7E-D2002AC19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7C524-2B90-02A1-0FBE-EB03869D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DC4C-AB7A-418A-B75C-8ECF6817F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071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E991A-6B52-7A54-D60B-C9972B0B1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AE491-D58E-9457-BB96-142C1FD7B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8CE00-F3F3-54EA-8E15-64BBD06AB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1A1174-189B-633A-B57D-D383C001A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931B6B-259E-593F-3AF5-E9081D514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CD0F4D-888F-287D-AAAD-E8A08D549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6EF8-2791-41C7-BB9B-F79A1091A6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0A5E5D-D249-F991-679A-79DBB5AF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45973-A1DA-9E31-D79D-DA51A334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DC4C-AB7A-418A-B75C-8ECF6817F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42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DAD68-2B14-A33B-7D4E-7153A08F3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8D628C-44BD-C3BF-7557-DDC79C6B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6EF8-2791-41C7-BB9B-F79A1091A6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DD142-9E81-2C10-5164-4BC303DD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AA2828-E620-7F6F-E297-2DF91F05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DC4C-AB7A-418A-B75C-8ECF6817F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0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F24A91-BE50-A358-E90B-16CF86557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6EF8-2791-41C7-BB9B-F79A1091A6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CD861-6BDB-91F9-17A8-6C1C3462D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E4E0C-3BAA-15B0-92A4-EFA39705C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DC4C-AB7A-418A-B75C-8ECF6817F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9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E57D-A698-FC5C-28FF-040C651AB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E9D13-6A9E-12AC-FBCC-DCCFD2DA0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D8C96-6F51-C2F0-F7CC-C6177CD50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729AF-415E-CD3C-114E-E3CDAEB8C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6EF8-2791-41C7-BB9B-F79A1091A6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70CCC-DA31-C8A9-CEB2-E9D66FEF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22C5A-ECDC-F50B-1D0D-BC51148A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DC4C-AB7A-418A-B75C-8ECF6817F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24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D217-ED3F-58A3-5EF2-B3F0CA650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486296-F6DA-72CB-F313-4271D47EA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5489C-0F2E-C24A-DFDB-29ACA8650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4216E-85C4-6E31-08CD-FC7713E1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6EF8-2791-41C7-BB9B-F79A1091A6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34356-5342-1489-C40E-06DD4C44E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D5F51-96C7-3D38-35A3-50FA5C72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DC4C-AB7A-418A-B75C-8ECF6817F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573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40F3D-9F5E-CF1B-253B-6AE74F71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F75B4-76F6-CC80-A9F9-F1D1A7CCD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BCFE7-A6A7-53AB-0CBC-7A8AB57A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6EF8-2791-41C7-BB9B-F79A1091A6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58F7E-5F49-234A-6B40-C681B83D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C2B51-4A66-DA44-EB06-1695EEEA4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DC4C-AB7A-418A-B75C-8ECF6817F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C73C1B-8057-D156-7AF3-0867CC30BF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AE1AA-0E07-74DA-1CCB-C1E7FA194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9E16A-91D3-00EA-F175-0D9DB1D93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6EF8-2791-41C7-BB9B-F79A1091A6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E56F4-060D-57E2-A2F3-A2F5D2F2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C8E81-4CEE-B924-F7BF-78CFE671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DC4C-AB7A-418A-B75C-8ECF6817F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259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79876-26E6-AA5D-7399-E2AF746F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A0E2D-1D26-9BD3-CBBF-B80D27CD0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412EC-8816-E982-4569-068BE901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A6EF8-2791-41C7-BB9B-F79A1091A6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A4E02-87F7-F68C-19E3-FAC87FB77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B455C-CD9A-02EC-FBEC-E43854982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31DC4C-AB7A-418A-B75C-8ECF6817F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32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8325B8-84BF-9FC8-8073-F54A5E1DB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7403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FEF2F9-B39B-C5BB-8ED5-0328AA1D5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15997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09CEF4-8686-C0E7-380A-7CE9BAC17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88662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BD813-6E36-DBDD-598D-77314B32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03E8DF-CEE0-8785-8FAC-FC67B6E6E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6871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7941F-6CCC-D5ED-52A7-F66F54BE0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62022C-ABAE-E1E8-D9A2-F1C7EF77B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14304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438B8-67D3-9066-84D0-AC4302EA4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A2D303-70BB-CBBD-F71E-22C939486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429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76586-8DD0-FAAD-ECC2-FFE8EC09E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D9ECE9-F708-EC3B-C258-FECA118B8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7979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11BE1-790F-34D8-ABE7-C01AA3D3B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E3A87D-CB16-5686-FC52-7D0068606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4371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23264-6AD0-3F1E-133E-1F95E44D3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AEF837-C505-CC4B-0885-77DEE9710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8707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E0711-BDD3-4830-EBDE-F1130913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F90424-7A58-922E-F4C3-7C4D7948B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25073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Tanisha Makkar</dc:creator>
  <cp:lastModifiedBy>Tanisha Makkar</cp:lastModifiedBy>
  <cp:revision>1</cp:revision>
  <dcterms:created xsi:type="dcterms:W3CDTF">2025-11-19T13:07:51Z</dcterms:created>
  <dcterms:modified xsi:type="dcterms:W3CDTF">2025-11-19T13:14:32Z</dcterms:modified>
</cp:coreProperties>
</file>